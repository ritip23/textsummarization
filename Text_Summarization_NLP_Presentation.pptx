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547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4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367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18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34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65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66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251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92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65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4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9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Build a Summary Generation Web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An NLP Project Overview</a:t>
            </a:r>
          </a:p>
          <a:p>
            <a:r>
              <a:rPr dirty="0"/>
              <a:t>Presented by: </a:t>
            </a:r>
            <a:r>
              <a:rPr lang="en-US" dirty="0"/>
              <a:t>Riti Panganti (612203151)</a:t>
            </a:r>
          </a:p>
          <a:p>
            <a:r>
              <a:rPr lang="en-US" dirty="0" err="1"/>
              <a:t>Saie</a:t>
            </a:r>
            <a:r>
              <a:rPr lang="en-US" dirty="0"/>
              <a:t> </a:t>
            </a:r>
            <a:r>
              <a:rPr lang="en-US" dirty="0" err="1"/>
              <a:t>Topare</a:t>
            </a:r>
            <a:r>
              <a:rPr lang="en-US" dirty="0"/>
              <a:t> (612203153)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Objective: Develop a web application that generates summaries from input text using Natural Language Processing (NLP).</a:t>
            </a:r>
          </a:p>
          <a:p>
            <a:r>
              <a:t>• Key Components:</a:t>
            </a:r>
          </a:p>
          <a:p>
            <a:r>
              <a:t>  - Text Preprocessing</a:t>
            </a:r>
          </a:p>
          <a:p>
            <a:r>
              <a:t>  - Model Selection</a:t>
            </a:r>
          </a:p>
          <a:p>
            <a:r>
              <a:t>  - Web Application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099" y="1963721"/>
            <a:ext cx="7543801" cy="4023360"/>
          </a:xfrm>
        </p:spPr>
        <p:txBody>
          <a:bodyPr/>
          <a:lstStyle/>
          <a:p>
            <a:r>
              <a:rPr dirty="0"/>
              <a:t>• Tokenization: Breaking down text into individual words or tokens.</a:t>
            </a:r>
          </a:p>
          <a:p>
            <a:r>
              <a:rPr dirty="0"/>
              <a:t>• Removing Stop Words: Eliminating common words that do not contribute to the summary (e.g., 'and', 'the', 'is').</a:t>
            </a:r>
          </a:p>
          <a:p>
            <a:r>
              <a:rPr dirty="0"/>
              <a:t>• Stemming/Lemmatization: Reducing words to their root 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58785"/>
            <a:ext cx="7543800" cy="1450757"/>
          </a:xfrm>
        </p:spPr>
        <p:txBody>
          <a:bodyPr>
            <a:normAutofit/>
          </a:bodyPr>
          <a:lstStyle/>
          <a:p>
            <a:r>
              <a:rPr sz="3600" dirty="0"/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65399"/>
            <a:ext cx="7543801" cy="4023360"/>
          </a:xfrm>
        </p:spPr>
        <p:txBody>
          <a:bodyPr>
            <a:noAutofit/>
          </a:bodyPr>
          <a:lstStyle/>
          <a:p>
            <a:r>
              <a:rPr dirty="0"/>
              <a:t>• Choosing an NLP Model: Selecting a pre-trained model suitable for text summarization.</a:t>
            </a:r>
          </a:p>
          <a:p>
            <a:r>
              <a:rPr dirty="0"/>
              <a:t>• Popular Models:</a:t>
            </a:r>
          </a:p>
          <a:p>
            <a:r>
              <a:rPr dirty="0"/>
              <a:t>  - BERT (Bidirectional Encoder Representations from Transformers)</a:t>
            </a:r>
          </a:p>
          <a:p>
            <a:r>
              <a:rPr dirty="0"/>
              <a:t>  - GPT (Generative Pre-trained Transformer)</a:t>
            </a:r>
          </a:p>
          <a:p>
            <a:r>
              <a:rPr dirty="0"/>
              <a:t>• Considerations:</a:t>
            </a:r>
          </a:p>
          <a:p>
            <a:r>
              <a:rPr dirty="0"/>
              <a:t>  - Accuracy</a:t>
            </a:r>
          </a:p>
          <a:p>
            <a:r>
              <a:rPr dirty="0"/>
              <a:t>  - Performance</a:t>
            </a:r>
          </a:p>
          <a:p>
            <a:r>
              <a:rPr dirty="0"/>
              <a:t>  - Resource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the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• Framework Selection: Using Flask, a lightweight WSGI web application framework in Python.</a:t>
            </a:r>
          </a:p>
          <a:p>
            <a:r>
              <a:rPr sz="2400" dirty="0"/>
              <a:t>• Key Components:</a:t>
            </a:r>
          </a:p>
          <a:p>
            <a:r>
              <a:rPr sz="2400" dirty="0"/>
              <a:t>  - Frontend: HTML/CSS for user interface</a:t>
            </a:r>
          </a:p>
          <a:p>
            <a:r>
              <a:rPr sz="2400" dirty="0"/>
              <a:t>  - Backend: </a:t>
            </a:r>
            <a:r>
              <a:rPr dirty="0"/>
              <a:t>Python</a:t>
            </a:r>
            <a:r>
              <a:rPr sz="2400" dirty="0"/>
              <a:t> with Flask to handle requests</a:t>
            </a:r>
          </a:p>
          <a:p>
            <a:r>
              <a:rPr sz="2400" dirty="0"/>
              <a:t>  - Integration: Connecting the NLP model with the web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Input: User submits text to be summarized.</a:t>
            </a:r>
          </a:p>
          <a:p>
            <a:r>
              <a:t>2. Text Processing: The input is tokenized, cleaned, and prepared for summarization.</a:t>
            </a:r>
          </a:p>
          <a:p>
            <a:r>
              <a:t>3. Model Execution: The NLP model processes the text and generates a summary.</a:t>
            </a:r>
          </a:p>
          <a:p>
            <a:r>
              <a:t>4. Display Output: The summarized text is displayed on the web interface.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Flask Web Application 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• app.py: Main application script handling requests and responses.</a:t>
            </a:r>
          </a:p>
          <a:p>
            <a:r>
              <a:rPr sz="2800" dirty="0"/>
              <a:t>• templates/: Folder containing HTML templates.</a:t>
            </a:r>
          </a:p>
          <a:p>
            <a:r>
              <a:rPr sz="2800" dirty="0"/>
              <a:t>• static/: Folder for CSS, JavaScript, and other assets.</a:t>
            </a:r>
          </a:p>
          <a:p>
            <a:r>
              <a:rPr sz="2800" dirty="0"/>
              <a:t>• model.py: NLP model implementation for summarization.</a:t>
            </a:r>
          </a:p>
          <a:p>
            <a:r>
              <a:rPr sz="2800" dirty="0"/>
              <a:t>• requirements.txt: Lists dependencies required for the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and Hosting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Local Deployment: Running the Flask app on a local machine.</a:t>
            </a:r>
          </a:p>
          <a:p>
            <a:r>
              <a:t>• Cloud Deployment:</a:t>
            </a:r>
          </a:p>
          <a:p>
            <a:r>
              <a:t>  - Deploy on **Heroku**</a:t>
            </a:r>
          </a:p>
          <a:p>
            <a:r>
              <a:t>  - Use **AWS Lambda**</a:t>
            </a:r>
          </a:p>
          <a:p>
            <a:r>
              <a:t>  - Deploy with **Docker** for containerized execution.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Challenges:</a:t>
            </a:r>
          </a:p>
          <a:p>
            <a:r>
              <a:t>  - Ensuring accurate text summarization</a:t>
            </a:r>
          </a:p>
          <a:p>
            <a:r>
              <a:t>  - Handling large text inputs efficiently</a:t>
            </a:r>
          </a:p>
          <a:p>
            <a:r>
              <a:t>• Possible Improvements:</a:t>
            </a:r>
          </a:p>
          <a:p>
            <a:r>
              <a:t>  - Use fine-tuned NLP models for better performance</a:t>
            </a:r>
          </a:p>
          <a:p>
            <a:r>
              <a:t>  - Implement interactive UI features</a:t>
            </a:r>
          </a:p>
          <a:p>
            <a:r>
              <a:t>  - Add multilingual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Built a text summarization web app using NLP and Flask.</a:t>
            </a:r>
          </a:p>
          <a:p>
            <a:r>
              <a:t>• Preprocessed input text using tokenization and stop word removal.</a:t>
            </a:r>
          </a:p>
          <a:p>
            <a:r>
              <a:t>• Selected and applied a suitable NLP model for summarization.</a:t>
            </a:r>
          </a:p>
          <a:p>
            <a:r>
              <a:t>• Developed a user-friendly web interface for displaying summaries.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</TotalTime>
  <Words>482</Words>
  <Application>Microsoft Office PowerPoint</Application>
  <PresentationFormat>On-screen Show (4:3)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Retrospect</vt:lpstr>
      <vt:lpstr>Build a Summary Generation Web App</vt:lpstr>
      <vt:lpstr>Introduction to the Project</vt:lpstr>
      <vt:lpstr>Text Preprocessing</vt:lpstr>
      <vt:lpstr>Model Selection</vt:lpstr>
      <vt:lpstr>Building the Web Application</vt:lpstr>
      <vt:lpstr>Application Workflow</vt:lpstr>
      <vt:lpstr>Flask Web Application Code Structure</vt:lpstr>
      <vt:lpstr>Deployment and Hosting Options</vt:lpstr>
      <vt:lpstr>Challenges and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RITI</dc:creator>
  <cp:keywords/>
  <dc:description>generated using python-pptx</dc:description>
  <cp:lastModifiedBy>Riti Panganti</cp:lastModifiedBy>
  <cp:revision>2</cp:revision>
  <dcterms:created xsi:type="dcterms:W3CDTF">2013-01-27T09:14:16Z</dcterms:created>
  <dcterms:modified xsi:type="dcterms:W3CDTF">2025-02-27T06:12:42Z</dcterms:modified>
  <cp:category/>
</cp:coreProperties>
</file>